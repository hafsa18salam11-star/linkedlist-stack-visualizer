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31520"/>
            <a:ext cx="2194560" cy="365760"/>
          </a:xfrm>
          <a:prstGeom prst="rect">
            <a:avLst>
              <a:gd name="adj" fmla="val 125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STRUCTURES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 &amp; Stack Visualizer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Application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114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 ·  Doubly Linked  ·  Circular Linked  ·  Stack Visualization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4206240" cy="868680"/>
          </a:xfrm>
          <a:prstGeom prst="rect">
            <a:avLst/>
          </a:prstGeom>
          <a:solidFill>
            <a:srgbClr val="1B2A3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Presented by: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Hafsa Shaikh  &amp;  Aiman Jumani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December 2025  |  Data Structures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0" y="137160"/>
            <a:ext cx="36576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64008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What is this Project?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LinkedList &amp; Stack Visualizer is a Java Swing application that visually demonstrates four core data structures with interactive insert, delete, and search operations.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64008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Project Goal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Build an interactive GUI in Java Swing to visualize Singly, Doubly, and Circular Linked Lists alongside a Stack — with real-time insert, delete, and search animations.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64008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44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Key Java Files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MainFrame.java · LinkedListVisualizer.java · StackVisualizer.java · Node.java — each handling a distinct layer of the application.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834640"/>
            <a:ext cx="64008" cy="1645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944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Practical Value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Demonstrates pointer manipulation, dynamic memory concepts, and GUI event-driven programming — bridging theory and visual learning in one application.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891B2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0"/>
            <a:ext cx="1417320" cy="594360"/>
          </a:xfrm>
          <a:prstGeom prst="rect">
            <a:avLst/>
          </a:prstGeom>
          <a:solidFill>
            <a:srgbClr val="132337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828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37360" y="2121408"/>
            <a:ext cx="5943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2057400"/>
            <a:ext cx="91440" cy="12801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828800"/>
            <a:ext cx="1417320" cy="594360"/>
          </a:xfrm>
          <a:prstGeom prst="rect">
            <a:avLst/>
          </a:prstGeom>
          <a:solidFill>
            <a:srgbClr val="132337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1828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2121408"/>
            <a:ext cx="5943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2057400"/>
            <a:ext cx="91440" cy="12801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1828800"/>
            <a:ext cx="1417320" cy="594360"/>
          </a:xfrm>
          <a:prstGeom prst="rect">
            <a:avLst/>
          </a:prstGeom>
          <a:solidFill>
            <a:srgbClr val="132337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03320" y="1828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 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2121408"/>
            <a:ext cx="59436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2057400"/>
            <a:ext cx="91440" cy="12801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94960" y="1828800"/>
            <a:ext cx="1417320" cy="594360"/>
          </a:xfrm>
          <a:prstGeom prst="rect">
            <a:avLst/>
          </a:prstGeom>
          <a:solidFill>
            <a:srgbClr val="132337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0" y="18288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 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86600" y="1828800"/>
            <a:ext cx="1280160" cy="594360"/>
          </a:xfrm>
          <a:prstGeom prst="rect">
            <a:avLst/>
          </a:prstGeom>
          <a:solidFill>
            <a:srgbClr val="1C3A4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1828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NULL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26080" y="1828800"/>
            <a:ext cx="0" cy="594360"/>
          </a:xfrm>
          <a:prstGeom prst="line">
            <a:avLst/>
          </a:prstGeom>
          <a:noFill/>
          <a:ln w="12700">
            <a:solidFill>
              <a:srgbClr val="0891B2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2011680" y="22128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data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26080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</a:rPr>
              <a:t>next →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17720" y="1828800"/>
            <a:ext cx="0" cy="594360"/>
          </a:xfrm>
          <a:prstGeom prst="line">
            <a:avLst/>
          </a:prstGeom>
          <a:noFill/>
          <a:ln w="12700">
            <a:solidFill>
              <a:srgbClr val="0891B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703320" y="22128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data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17720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</a:rPr>
              <a:t>next →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309360" y="1828800"/>
            <a:ext cx="0" cy="594360"/>
          </a:xfrm>
          <a:prstGeom prst="line">
            <a:avLst/>
          </a:prstGeom>
          <a:noFill/>
          <a:ln w="12700">
            <a:solidFill>
              <a:srgbClr val="0891B2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394960" y="22128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data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09360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D3EE"/>
                </a:solidFill>
              </a:rPr>
              <a:t>next →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278892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761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Each node stores data + one pointer (next)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20040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172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Traversal is unidirectional — forward only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361188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584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Head pointer marks the start of the list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402336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995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Last node's next pointer points to NULL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443484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Operations: Insert, Delete, Search, Display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  ·  Doubly Linked List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828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1828800" cy="365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NULL ← HEAD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97280" y="1664208"/>
            <a:ext cx="36576" cy="210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733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</a:rPr>
              <a:t>prev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3856" y="16733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next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94560" y="1353312"/>
            <a:ext cx="54864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600200"/>
            <a:ext cx="548640" cy="0"/>
          </a:xfrm>
          <a:prstGeom prst="line">
            <a:avLst/>
          </a:prstGeom>
          <a:noFill/>
          <a:ln w="22860">
            <a:solidFill>
              <a:srgbClr val="0891B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377440" y="1097280"/>
            <a:ext cx="1828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77440" y="1645920"/>
            <a:ext cx="1828800" cy="365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Node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08960" y="1664208"/>
            <a:ext cx="36576" cy="210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16733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</a:rPr>
              <a:t>prev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45536" y="16733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next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06240" y="1353312"/>
            <a:ext cx="54864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1600200"/>
            <a:ext cx="548640" cy="0"/>
          </a:xfrm>
          <a:prstGeom prst="line">
            <a:avLst/>
          </a:prstGeom>
          <a:noFill/>
          <a:ln w="22860">
            <a:solidFill>
              <a:srgbClr val="0891B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389120" y="1097280"/>
            <a:ext cx="1828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1645920"/>
            <a:ext cx="1828800" cy="365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Node 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0640" y="1664208"/>
            <a:ext cx="36576" cy="210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16733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</a:rPr>
              <a:t>prev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57216" y="16733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next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17920" y="1353312"/>
            <a:ext cx="548640" cy="0"/>
          </a:xfrm>
          <a:prstGeom prst="line">
            <a:avLst/>
          </a:prstGeom>
          <a:noFill/>
          <a:ln w="2286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600200"/>
            <a:ext cx="548640" cy="0"/>
          </a:xfrm>
          <a:prstGeom prst="line">
            <a:avLst/>
          </a:prstGeom>
          <a:noFill/>
          <a:ln w="22860">
            <a:solidFill>
              <a:srgbClr val="0891B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400800" y="1097280"/>
            <a:ext cx="18288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1645920"/>
            <a:ext cx="1828800" cy="365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Node 3 → NULL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1664208"/>
            <a:ext cx="36576" cy="2103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16733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891B2"/>
                </a:solidFill>
              </a:rPr>
              <a:t>prev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68896" y="16733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next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" y="2148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Singly vs. Doubly — Quick Comparison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14600"/>
          <a:ext cx="8412480" cy="219456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Singly Linked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Doubly Linked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Pointers per node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1 (next)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2 (prev + next)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Traversal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Forward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Forward &amp; Backward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Memory per node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Lower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Higher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Deletion efficiency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O(n) without prev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O(1) with prev pointer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Use case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Simple queues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</a:rPr>
                        <a:t>Browser history, undo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2743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55587" y="1177747"/>
            <a:ext cx="640080" cy="537667"/>
          </a:xfrm>
          <a:prstGeom prst="ellipse">
            <a:avLst/>
          </a:prstGeom>
          <a:solidFill>
            <a:srgbClr val="13233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55587" y="1177747"/>
            <a:ext cx="64008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Node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562088" y="2176272"/>
            <a:ext cx="640080" cy="537667"/>
          </a:xfrm>
          <a:prstGeom prst="ellipse">
            <a:avLst/>
          </a:prstGeom>
          <a:solidFill>
            <a:srgbClr val="13233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62088" y="2176272"/>
            <a:ext cx="64008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Node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242048" y="3328416"/>
            <a:ext cx="640080" cy="537667"/>
          </a:xfrm>
          <a:prstGeom prst="ellipse">
            <a:avLst/>
          </a:prstGeom>
          <a:solidFill>
            <a:srgbClr val="13233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42048" y="3328416"/>
            <a:ext cx="64008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Node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9904" y="3328416"/>
            <a:ext cx="640080" cy="537667"/>
          </a:xfrm>
          <a:prstGeom prst="ellipse">
            <a:avLst/>
          </a:prstGeom>
          <a:solidFill>
            <a:srgbClr val="13233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9904" y="3328416"/>
            <a:ext cx="64008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Node 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9864" y="2176272"/>
            <a:ext cx="640080" cy="537667"/>
          </a:xfrm>
          <a:prstGeom prst="ellipse">
            <a:avLst/>
          </a:prstGeom>
          <a:solidFill>
            <a:srgbClr val="13233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9864" y="2176272"/>
            <a:ext cx="64008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Node 5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(HEAD)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1920240"/>
            <a:ext cx="1344168" cy="1344168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891B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6294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891B2"/>
                </a:solidFill>
              </a:rPr>
              <a:t>↻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74320" y="1508760"/>
            <a:ext cx="7315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Last node's next pointer links back to the HEAD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1947672"/>
            <a:ext cx="7315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9476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No NULL termination — list forms a closed loop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386584"/>
            <a:ext cx="7315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38658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Useful for round-robin scheduling &amp; playlists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825496"/>
            <a:ext cx="7315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2549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Can be singly or doubly circular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264408"/>
            <a:ext cx="73152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644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Traversal continues indefinitely until a stop condition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  ·  Stack Visualization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97280" y="1005840"/>
            <a:ext cx="2560320" cy="548640"/>
          </a:xfrm>
          <a:prstGeom prst="rect">
            <a:avLst/>
          </a:prstGeom>
          <a:solidFill>
            <a:srgbClr val="0891B2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005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TOP → 40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645920"/>
            <a:ext cx="2560320" cy="548640"/>
          </a:xfrm>
          <a:prstGeom prst="rect">
            <a:avLst/>
          </a:prstGeom>
          <a:solidFill>
            <a:srgbClr val="0E7490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286000"/>
            <a:ext cx="2560320" cy="548640"/>
          </a:xfrm>
          <a:prstGeom prst="rect">
            <a:avLst/>
          </a:prstGeom>
          <a:solidFill>
            <a:srgbClr val="155E75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2286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2926080"/>
            <a:ext cx="2560320" cy="548640"/>
          </a:xfrm>
          <a:prstGeom prst="rect">
            <a:avLst/>
          </a:prstGeom>
          <a:solidFill>
            <a:srgbClr val="164E63"/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BOTTOM → 10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3566160"/>
            <a:ext cx="2560320" cy="137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280160"/>
            <a:ext cx="64008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1051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PUSH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1325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(Insert at top)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1920240"/>
            <a:ext cx="64008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931920" y="1691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POP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8620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(Remove from top)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12080" y="96012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0" y="960120"/>
            <a:ext cx="64008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LIFO Principle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13898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Last In, First Out — the most recently pushed element is popped first.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224028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12080" y="2240280"/>
            <a:ext cx="6400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Key Operations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26700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push(), pop(), peek(), isEmpty(), isFull() for array-based stacks.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51760" y="3566160"/>
            <a:ext cx="70408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651760" y="3566160"/>
            <a:ext cx="64008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0" y="3657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Applications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34640" y="399592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Function call stacks, undo/redo, expression evaluation, backtracking algorithms.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3200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828800"/>
                <a:gridCol w="1097280"/>
                <a:gridCol w="2103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Pointers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Traversal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Circular?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Primary Use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</a:rPr>
                        <a:t>Singly Linked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</a:rPr>
                        <a:t>1 (next)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</a:rPr>
                        <a:t>Forward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D3EE"/>
                          </a:solidFill>
                        </a:rPr>
                        <a:t>Simple sequential data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Doubly Linked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2 (prev + next)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Both directions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Undo, browser history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Circular Linked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1 or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Loops endlessly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Scheduling, playlists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Stack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Top pointer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LIFO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Recursion, parsing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3520440"/>
            <a:ext cx="1920240" cy="1280160"/>
          </a:xfrm>
          <a:prstGeom prst="rect">
            <a:avLst/>
          </a:prstGeom>
          <a:solidFill>
            <a:srgbClr val="1323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20040" y="3566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4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20040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Data Structures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68880" y="3520440"/>
            <a:ext cx="1920240" cy="1280160"/>
          </a:xfrm>
          <a:prstGeom prst="rect">
            <a:avLst/>
          </a:prstGeom>
          <a:solidFill>
            <a:srgbClr val="1323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68880" y="3566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468880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Pointer Types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17720" y="3520440"/>
            <a:ext cx="1920240" cy="1280160"/>
          </a:xfrm>
          <a:prstGeom prst="rect">
            <a:avLst/>
          </a:prstGeom>
          <a:solidFill>
            <a:srgbClr val="1323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17720" y="3566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∞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4617720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Circular Loop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66560" y="3520440"/>
            <a:ext cx="1920240" cy="1280160"/>
          </a:xfrm>
          <a:prstGeom prst="rect">
            <a:avLst/>
          </a:prstGeom>
          <a:solidFill>
            <a:srgbClr val="1323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66560" y="35661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</a:rPr>
              <a:t>O(1)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766560" y="4206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Stack Push/Pop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0891B2">
              <a:alpha val="50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400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0" y="1600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2423160"/>
            <a:ext cx="4572000" cy="1463040"/>
          </a:xfrm>
          <a:prstGeom prst="rect">
            <a:avLst/>
          </a:prstGeom>
          <a:solidFill>
            <a:srgbClr val="132337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2514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Hafsa Shaikh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&amp;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Aiman Jumani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Data Structures Project  |  December 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Singly  ·  Doubly  ·  Circular  ·  Stack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Project</dc:title>
  <dc:subject>PptxGenJS Presentation</dc:subject>
  <dc:creator>PptxGenJS</dc:creator>
  <cp:lastModifiedBy>PptxGenJS</cp:lastModifiedBy>
  <cp:revision>1</cp:revision>
  <dcterms:created xsi:type="dcterms:W3CDTF">2026-06-01T07:14:29Z</dcterms:created>
  <dcterms:modified xsi:type="dcterms:W3CDTF">2026-06-01T07:14:29Z</dcterms:modified>
</cp:coreProperties>
</file>